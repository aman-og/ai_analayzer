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Aman Baye</a:t>
            </a:r>
          </a:p>
          <a:p>
            <a:r>
              <a:t>AI Resume Analyzer</a:t>
            </a:r>
          </a:p>
          <a:p>
            <a:r>
              <a:t>IE Network Solutions</a:t>
            </a:r>
          </a:p>
          <a:p>
            <a:r>
              <a:t>Debre Berhan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IE Network Solutions (Addis Ababa)</a:t>
            </a:r>
          </a:p>
          <a:p>
            <a:r>
              <a:t>• ICT, Cloud, Cybersecurity, Software</a:t>
            </a:r>
          </a:p>
          <a:p>
            <a:r>
              <a:t>• Clients: Banks, Airlines, Government</a:t>
            </a:r>
          </a:p>
          <a:p>
            <a:r>
              <a:t>• Agile-based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Software Development Department</a:t>
            </a:r>
          </a:p>
          <a:p>
            <a:r>
              <a:t>• Full-stack development</a:t>
            </a:r>
          </a:p>
          <a:p>
            <a:r>
              <a:t>• Built AI Resume Analyzer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resume screening system</a:t>
            </a:r>
          </a:p>
          <a:p>
            <a:r>
              <a:t>• Parses PDF/DOCX resumes</a:t>
            </a:r>
          </a:p>
          <a:p>
            <a:r>
              <a:t>• Scores candidates (1–10)</a:t>
            </a:r>
          </a:p>
          <a:p>
            <a:r>
              <a:t>• Reduces manual recruitment effort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Node.js, Express, TypeScript</a:t>
            </a:r>
          </a:p>
          <a:p>
            <a:r>
              <a:t>• Frontend: React, Tailwind</a:t>
            </a:r>
          </a:p>
          <a:p>
            <a:r>
              <a:t>• AI: Groq API</a:t>
            </a:r>
          </a:p>
          <a:p>
            <a:r>
              <a:t>• DB: MongoDB + Supabase</a:t>
            </a:r>
          </a:p>
          <a:p>
            <a:r>
              <a:t>• Git/GitHub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3-Tier Architecture</a:t>
            </a:r>
          </a:p>
          <a:p>
            <a:r>
              <a:t>• Frontend (React)</a:t>
            </a:r>
          </a:p>
          <a:p>
            <a:r>
              <a:t>• Backend API (Node.js)</a:t>
            </a:r>
          </a:p>
          <a:p>
            <a:r>
              <a:t>• Database (MongoDB + Supabase)</a:t>
            </a:r>
          </a:p>
          <a:p>
            <a:r>
              <a:t>• RESTful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Resume Parsing</a:t>
            </a:r>
          </a:p>
          <a:p>
            <a:r>
              <a:t>• Candidate Scoring &amp; Ranking</a:t>
            </a:r>
          </a:p>
          <a:p>
            <a:r>
              <a:t>• Side-by-side comparison</a:t>
            </a:r>
          </a:p>
          <a:p>
            <a:r>
              <a:t>• PII redaction</a:t>
            </a:r>
          </a:p>
          <a:p>
            <a:r>
              <a:t>• Queue system for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inconsistency</a:t>
            </a:r>
          </a:p>
          <a:p>
            <a:r>
              <a:t>• Full-stack integration</a:t>
            </a:r>
          </a:p>
          <a:p>
            <a:r>
              <a:t>• Performance (latency)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Structured JSON prompts</a:t>
            </a:r>
          </a:p>
          <a:p>
            <a:r>
              <a:t>• TypeScript for consistency</a:t>
            </a:r>
          </a:p>
          <a:p>
            <a:r>
              <a:t>• Caching &amp; async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95%+ data extraction accuracy</a:t>
            </a:r>
          </a:p>
          <a:p>
            <a:r>
              <a:t>• Functional full-stack system</a:t>
            </a:r>
          </a:p>
          <a:p>
            <a:r>
              <a:t>• Faster recruitment 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Full-stack development</a:t>
            </a:r>
          </a:p>
          <a:p>
            <a:r>
              <a:t>• AI integration</a:t>
            </a:r>
          </a:p>
          <a:p>
            <a:r>
              <a:t>• Database design</a:t>
            </a:r>
          </a:p>
          <a:p>
            <a:r>
              <a:t>• Agile teamwork &amp;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 AI-based system</a:t>
            </a:r>
          </a:p>
          <a:p>
            <a:r>
              <a:t>• Improved recruitment efficiency</a:t>
            </a:r>
          </a:p>
          <a:p>
            <a:r>
              <a:t>• Ready for real-world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